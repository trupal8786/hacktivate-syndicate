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2B744-0942-4607-9024-C01FAF6487F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334DD-7ACC-4A1A-ACCA-732D9A043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79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60577" y="2093580"/>
            <a:ext cx="13279501" cy="7913522"/>
            <a:chOff x="0" y="0"/>
            <a:chExt cx="29235031" cy="17421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35096" cy="17421796"/>
            </a:xfrm>
            <a:custGeom>
              <a:avLst/>
              <a:gdLst/>
              <a:ahLst/>
              <a:cxnLst/>
              <a:rect l="l" t="t" r="r" b="b"/>
              <a:pathLst>
                <a:path w="29235096" h="17421796">
                  <a:moveTo>
                    <a:pt x="0" y="0"/>
                  </a:moveTo>
                  <a:lnTo>
                    <a:pt x="29235096" y="0"/>
                  </a:lnTo>
                  <a:lnTo>
                    <a:pt x="29235096" y="17421796"/>
                  </a:lnTo>
                  <a:lnTo>
                    <a:pt x="0" y="1742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t="-27689" b="-2768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8870" y="3251121"/>
            <a:ext cx="3391155" cy="4786603"/>
            <a:chOff x="0" y="-18705"/>
            <a:chExt cx="6430635" cy="9076817"/>
          </a:xfrm>
        </p:grpSpPr>
        <p:sp>
          <p:nvSpPr>
            <p:cNvPr id="5" name="Freeform 5"/>
            <p:cNvSpPr/>
            <p:nvPr/>
          </p:nvSpPr>
          <p:spPr>
            <a:xfrm>
              <a:off x="0" y="-18705"/>
              <a:ext cx="6430635" cy="9076817"/>
            </a:xfrm>
            <a:custGeom>
              <a:avLst/>
              <a:gdLst/>
              <a:ahLst/>
              <a:cxnLst/>
              <a:rect l="l" t="t" r="r" b="b"/>
              <a:pathLst>
                <a:path w="6430634" h="9076817">
                  <a:moveTo>
                    <a:pt x="0" y="0"/>
                  </a:moveTo>
                  <a:lnTo>
                    <a:pt x="6430634" y="0"/>
                  </a:lnTo>
                  <a:lnTo>
                    <a:pt x="6430634" y="9076817"/>
                  </a:lnTo>
                  <a:lnTo>
                    <a:pt x="0" y="9076817"/>
                  </a:lnTo>
                  <a:close/>
                </a:path>
              </a:pathLst>
            </a:custGeom>
            <a:solidFill>
              <a:srgbClr val="E2A9F1">
                <a:alpha val="5882"/>
              </a:srgbClr>
            </a:solidFill>
          </p:spPr>
          <p:txBody>
            <a:bodyPr/>
            <a:lstStyle/>
            <a:p>
              <a:endParaRPr lang="en-IN" dirty="0"/>
            </a:p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730833" y="4556529"/>
            <a:ext cx="2099191" cy="8525986"/>
            <a:chOff x="0" y="0"/>
            <a:chExt cx="3980688" cy="161677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0688" cy="16167860"/>
            </a:xfrm>
            <a:custGeom>
              <a:avLst/>
              <a:gdLst/>
              <a:ahLst/>
              <a:cxnLst/>
              <a:rect l="l" t="t" r="r" b="b"/>
              <a:pathLst>
                <a:path w="3980688" h="16167860">
                  <a:moveTo>
                    <a:pt x="0" y="0"/>
                  </a:moveTo>
                  <a:lnTo>
                    <a:pt x="3980688" y="0"/>
                  </a:lnTo>
                  <a:lnTo>
                    <a:pt x="3980688" y="16167860"/>
                  </a:lnTo>
                  <a:lnTo>
                    <a:pt x="0" y="16167860"/>
                  </a:lnTo>
                  <a:close/>
                </a:path>
              </a:pathLst>
            </a:custGeom>
            <a:solidFill>
              <a:srgbClr val="38B6FF">
                <a:alpha val="6667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2729249" y="4310364"/>
            <a:ext cx="2099191" cy="9018310"/>
            <a:chOff x="0" y="0"/>
            <a:chExt cx="3980688" cy="171013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80688" cy="17101389"/>
            </a:xfrm>
            <a:custGeom>
              <a:avLst/>
              <a:gdLst/>
              <a:ahLst/>
              <a:cxnLst/>
              <a:rect l="l" t="t" r="r" b="b"/>
              <a:pathLst>
                <a:path w="3980688" h="17101389">
                  <a:moveTo>
                    <a:pt x="0" y="0"/>
                  </a:moveTo>
                  <a:lnTo>
                    <a:pt x="3980688" y="0"/>
                  </a:lnTo>
                  <a:lnTo>
                    <a:pt x="3980688" y="17101389"/>
                  </a:lnTo>
                  <a:lnTo>
                    <a:pt x="0" y="17101389"/>
                  </a:lnTo>
                  <a:close/>
                </a:path>
              </a:pathLst>
            </a:custGeom>
            <a:solidFill>
              <a:srgbClr val="C1FF72">
                <a:alpha val="29804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579107" y="2867364"/>
            <a:ext cx="3462153" cy="4786596"/>
            <a:chOff x="0" y="0"/>
            <a:chExt cx="6565267" cy="90768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65250" cy="9076817"/>
            </a:xfrm>
            <a:custGeom>
              <a:avLst/>
              <a:gdLst/>
              <a:ahLst/>
              <a:cxnLst/>
              <a:rect l="l" t="t" r="r" b="b"/>
              <a:pathLst>
                <a:path w="6565250" h="9076817">
                  <a:moveTo>
                    <a:pt x="0" y="0"/>
                  </a:moveTo>
                  <a:lnTo>
                    <a:pt x="6565250" y="0"/>
                  </a:lnTo>
                  <a:lnTo>
                    <a:pt x="6565250" y="9076817"/>
                  </a:lnTo>
                  <a:lnTo>
                    <a:pt x="0" y="9076817"/>
                  </a:lnTo>
                  <a:close/>
                </a:path>
              </a:pathLst>
            </a:custGeom>
            <a:solidFill>
              <a:srgbClr val="5CE1E6">
                <a:alpha val="7451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978870" y="2904572"/>
            <a:ext cx="3391183" cy="4786596"/>
            <a:chOff x="0" y="0"/>
            <a:chExt cx="6430688" cy="90768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30634" cy="9076817"/>
            </a:xfrm>
            <a:custGeom>
              <a:avLst/>
              <a:gdLst/>
              <a:ahLst/>
              <a:cxnLst/>
              <a:rect l="l" t="t" r="r" b="b"/>
              <a:pathLst>
                <a:path w="6430634" h="9076817">
                  <a:moveTo>
                    <a:pt x="0" y="0"/>
                  </a:moveTo>
                  <a:lnTo>
                    <a:pt x="6430634" y="0"/>
                  </a:lnTo>
                  <a:lnTo>
                    <a:pt x="6430634" y="9076817"/>
                  </a:lnTo>
                  <a:lnTo>
                    <a:pt x="0" y="9076817"/>
                  </a:lnTo>
                  <a:close/>
                </a:path>
              </a:pathLst>
            </a:custGeom>
            <a:solidFill>
              <a:srgbClr val="5E17EB">
                <a:alpha val="2353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960036" y="2912733"/>
            <a:ext cx="3391183" cy="2393295"/>
            <a:chOff x="0" y="0"/>
            <a:chExt cx="6430688" cy="4538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30634" cy="4538345"/>
            </a:xfrm>
            <a:custGeom>
              <a:avLst/>
              <a:gdLst/>
              <a:ahLst/>
              <a:cxnLst/>
              <a:rect l="l" t="t" r="r" b="b"/>
              <a:pathLst>
                <a:path w="6430634" h="4538345">
                  <a:moveTo>
                    <a:pt x="0" y="0"/>
                  </a:moveTo>
                  <a:lnTo>
                    <a:pt x="6430634" y="0"/>
                  </a:lnTo>
                  <a:lnTo>
                    <a:pt x="6430634" y="4538345"/>
                  </a:lnTo>
                  <a:lnTo>
                    <a:pt x="0" y="4538345"/>
                  </a:lnTo>
                  <a:close/>
                </a:path>
              </a:pathLst>
            </a:custGeom>
            <a:solidFill>
              <a:srgbClr val="C1FF72">
                <a:alpha val="9804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235460" y="5382315"/>
            <a:ext cx="3534772" cy="2271646"/>
            <a:chOff x="0" y="0"/>
            <a:chExt cx="6702974" cy="43077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02920" cy="4307713"/>
            </a:xfrm>
            <a:custGeom>
              <a:avLst/>
              <a:gdLst/>
              <a:ahLst/>
              <a:cxnLst/>
              <a:rect l="l" t="t" r="r" b="b"/>
              <a:pathLst>
                <a:path w="6702920" h="4307713">
                  <a:moveTo>
                    <a:pt x="0" y="0"/>
                  </a:moveTo>
                  <a:lnTo>
                    <a:pt x="6702920" y="0"/>
                  </a:lnTo>
                  <a:lnTo>
                    <a:pt x="6702920" y="4307713"/>
                  </a:lnTo>
                  <a:lnTo>
                    <a:pt x="0" y="4307713"/>
                  </a:lnTo>
                  <a:close/>
                </a:path>
              </a:pathLst>
            </a:custGeom>
            <a:solidFill>
              <a:srgbClr val="FFBD59">
                <a:alpha val="12549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164481" y="2867364"/>
            <a:ext cx="3605751" cy="2393295"/>
            <a:chOff x="0" y="0"/>
            <a:chExt cx="6837572" cy="45383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37536" cy="4538345"/>
            </a:xfrm>
            <a:custGeom>
              <a:avLst/>
              <a:gdLst/>
              <a:ahLst/>
              <a:cxnLst/>
              <a:rect l="l" t="t" r="r" b="b"/>
              <a:pathLst>
                <a:path w="6837536" h="4538345">
                  <a:moveTo>
                    <a:pt x="0" y="0"/>
                  </a:moveTo>
                  <a:lnTo>
                    <a:pt x="6837536" y="0"/>
                  </a:lnTo>
                  <a:lnTo>
                    <a:pt x="6837536" y="4538345"/>
                  </a:lnTo>
                  <a:lnTo>
                    <a:pt x="0" y="4538345"/>
                  </a:lnTo>
                  <a:close/>
                </a:path>
              </a:pathLst>
            </a:custGeom>
            <a:solidFill>
              <a:srgbClr val="B4B4B4">
                <a:alpha val="6667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8347" y="2921725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35900" y="2876992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06309" y="5436676"/>
            <a:ext cx="3391183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Metrics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4307" y="7900385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Structure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913107" y="2950592"/>
            <a:ext cx="2137119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Segments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69690" y="7827345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Streams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74151" y="2921725"/>
            <a:ext cx="2590205" cy="70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Value Proposition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62898" y="2991292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Unfair Advantage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41260" y="5436676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Channels</a:t>
            </a:r>
          </a:p>
        </p:txBody>
      </p:sp>
      <p:sp>
        <p:nvSpPr>
          <p:cNvPr id="40" name="Freeform 40"/>
          <p:cNvSpPr/>
          <p:nvPr/>
        </p:nvSpPr>
        <p:spPr>
          <a:xfrm>
            <a:off x="1772647" y="10959"/>
            <a:ext cx="14584237" cy="2479320"/>
          </a:xfrm>
          <a:custGeom>
            <a:avLst/>
            <a:gdLst/>
            <a:ahLst/>
            <a:cxnLst/>
            <a:rect l="l" t="t" r="r" b="b"/>
            <a:pathLst>
              <a:path w="14584237" h="2479320">
                <a:moveTo>
                  <a:pt x="0" y="0"/>
                </a:moveTo>
                <a:lnTo>
                  <a:pt x="14584237" y="0"/>
                </a:lnTo>
                <a:lnTo>
                  <a:pt x="14584237" y="2479321"/>
                </a:lnTo>
                <a:lnTo>
                  <a:pt x="0" y="2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-5738" y="89428"/>
            <a:ext cx="2049312" cy="2096039"/>
            <a:chOff x="0" y="0"/>
            <a:chExt cx="6254966" cy="639758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255004" cy="6397625"/>
            </a:xfrm>
            <a:custGeom>
              <a:avLst/>
              <a:gdLst/>
              <a:ahLst/>
              <a:cxnLst/>
              <a:rect l="l" t="t" r="r" b="b"/>
              <a:pathLst>
                <a:path w="6255004" h="6397625">
                  <a:moveTo>
                    <a:pt x="279400" y="0"/>
                  </a:moveTo>
                  <a:cubicBezTo>
                    <a:pt x="205359" y="0"/>
                    <a:pt x="134239" y="29337"/>
                    <a:pt x="81788" y="81788"/>
                  </a:cubicBezTo>
                  <a:cubicBezTo>
                    <a:pt x="29464" y="134112"/>
                    <a:pt x="0" y="205232"/>
                    <a:pt x="0" y="279400"/>
                  </a:cubicBezTo>
                  <a:lnTo>
                    <a:pt x="0" y="6118225"/>
                  </a:lnTo>
                  <a:cubicBezTo>
                    <a:pt x="0" y="6192266"/>
                    <a:pt x="29464" y="6263386"/>
                    <a:pt x="81788" y="6315837"/>
                  </a:cubicBezTo>
                  <a:cubicBezTo>
                    <a:pt x="134239" y="6368161"/>
                    <a:pt x="205232" y="6397625"/>
                    <a:pt x="279400" y="6397625"/>
                  </a:cubicBezTo>
                  <a:lnTo>
                    <a:pt x="5975604" y="6397625"/>
                  </a:lnTo>
                  <a:cubicBezTo>
                    <a:pt x="6049772" y="6397625"/>
                    <a:pt x="6120765" y="6368161"/>
                    <a:pt x="6173216" y="6315837"/>
                  </a:cubicBezTo>
                  <a:cubicBezTo>
                    <a:pt x="6225667" y="6263386"/>
                    <a:pt x="6255004" y="6192266"/>
                    <a:pt x="6255004" y="6118225"/>
                  </a:cubicBezTo>
                  <a:lnTo>
                    <a:pt x="6255004" y="279400"/>
                  </a:lnTo>
                  <a:cubicBezTo>
                    <a:pt x="6255004" y="205232"/>
                    <a:pt x="6225540" y="134112"/>
                    <a:pt x="6173216" y="81788"/>
                  </a:cubicBezTo>
                  <a:cubicBezTo>
                    <a:pt x="6120765" y="29337"/>
                    <a:pt x="6049645" y="0"/>
                    <a:pt x="5975604" y="0"/>
                  </a:cubicBezTo>
                  <a:close/>
                </a:path>
              </a:pathLst>
            </a:custGeom>
            <a:blipFill>
              <a:blip r:embed="rId4"/>
              <a:stretch>
                <a:fillRect l="-33906" t="-51661" r="-38748" b="-17145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5937247" y="108000"/>
            <a:ext cx="2350753" cy="2285089"/>
            <a:chOff x="0" y="0"/>
            <a:chExt cx="6819900" cy="6629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19900" cy="6629400"/>
            </a:xfrm>
            <a:custGeom>
              <a:avLst/>
              <a:gdLst/>
              <a:ahLst/>
              <a:cxnLst/>
              <a:rect l="l" t="t" r="r" b="b"/>
              <a:pathLst>
                <a:path w="6819900" h="6629400">
                  <a:moveTo>
                    <a:pt x="0" y="0"/>
                  </a:moveTo>
                  <a:lnTo>
                    <a:pt x="6819900" y="0"/>
                  </a:lnTo>
                  <a:lnTo>
                    <a:pt x="681990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217" t="-24178" r="-24993" b="-31376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574307" y="1851812"/>
            <a:ext cx="1024656" cy="45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IEDC</a:t>
            </a:r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5ED0465-D613-57DF-2926-46795F217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8713" y="3176769"/>
            <a:ext cx="258035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university      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Admission chance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ROI calculator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 counselor validation</a:t>
            </a:r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2635924B-0324-D0CA-DFAC-9748130EE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27" y="3282738"/>
            <a:ext cx="26183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confused about university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clear ROI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 admission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Unreliable or biased guidance</a:t>
            </a:r>
          </a:p>
        </p:txBody>
      </p:sp>
      <p:sp>
        <p:nvSpPr>
          <p:cNvPr id="53" name="Rectangle 7">
            <a:extLst>
              <a:ext uri="{FF2B5EF4-FFF2-40B4-BE49-F238E27FC236}">
                <a16:creationId xmlns:a16="http://schemas.microsoft.com/office/drawing/2014/main" id="{C5BD6B9E-1959-89FD-910E-CFF55BE7E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637" y="5804361"/>
            <a:ext cx="23136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registrations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Admission success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Free → Paid conversion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satisfaction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CC9EE3-DA3B-5B38-BDA6-CF522F5FF50D}"/>
              </a:ext>
            </a:extLst>
          </p:cNvPr>
          <p:cNvSpPr txBox="1"/>
          <p:nvPr/>
        </p:nvSpPr>
        <p:spPr>
          <a:xfrm>
            <a:off x="7781655" y="3670363"/>
            <a:ext cx="26443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AI + Human hybrid guidance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Career ROI-focused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Personalized recommendations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6E5CEF-F75C-F897-98C6-54AA79B90D7B}"/>
              </a:ext>
            </a:extLst>
          </p:cNvPr>
          <p:cNvSpPr txBox="1"/>
          <p:nvPr/>
        </p:nvSpPr>
        <p:spPr>
          <a:xfrm>
            <a:off x="11389490" y="3328452"/>
            <a:ext cx="31110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Hybrid AI + counselor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Outcome-based learning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ROI + employability analytics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69596D-55F0-7F6D-A73C-A1B2855A3EE4}"/>
              </a:ext>
            </a:extLst>
          </p:cNvPr>
          <p:cNvSpPr txBox="1"/>
          <p:nvPr/>
        </p:nvSpPr>
        <p:spPr>
          <a:xfrm>
            <a:off x="14941353" y="3356539"/>
            <a:ext cx="24666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Engineering students planning abroad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Final year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Working professionals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A6E404-BC46-82BD-6B44-051856F16F8A}"/>
              </a:ext>
            </a:extLst>
          </p:cNvPr>
          <p:cNvSpPr txBox="1"/>
          <p:nvPr/>
        </p:nvSpPr>
        <p:spPr>
          <a:xfrm>
            <a:off x="11391070" y="5681503"/>
            <a:ext cx="25185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Social media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College partnerships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Webinars &amp; SEO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Referral programs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A0B2F3-3004-2536-29CD-C24A5B223AA2}"/>
              </a:ext>
            </a:extLst>
          </p:cNvPr>
          <p:cNvSpPr txBox="1"/>
          <p:nvPr/>
        </p:nvSpPr>
        <p:spPr>
          <a:xfrm>
            <a:off x="800825" y="8268756"/>
            <a:ext cx="29252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AI &amp; cloud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Development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Counselors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Marketing</a:t>
            </a:r>
          </a:p>
        </p:txBody>
      </p:sp>
      <p:sp>
        <p:nvSpPr>
          <p:cNvPr id="68" name="Rectangle 8">
            <a:extLst>
              <a:ext uri="{FF2B5EF4-FFF2-40B4-BE49-F238E27FC236}">
                <a16:creationId xmlns:a16="http://schemas.microsoft.com/office/drawing/2014/main" id="{916F6D87-666A-08CF-15D9-7C5D7327445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97300" y="6314877"/>
            <a:ext cx="31644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9" name="Rectangle 9">
            <a:extLst>
              <a:ext uri="{FF2B5EF4-FFF2-40B4-BE49-F238E27FC236}">
                <a16:creationId xmlns:a16="http://schemas.microsoft.com/office/drawing/2014/main" id="{114D2084-49E3-28FC-4C29-1B4B7301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3343" y="8237755"/>
            <a:ext cx="30665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Premium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Counseling fees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University commissions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143</Words>
  <Application>Microsoft Office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Times New Roman</vt:lpstr>
      <vt:lpstr>Canva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Canvas Template</dc:title>
  <dc:creator>DHANSHRI YELNE</dc:creator>
  <cp:lastModifiedBy>DHANSHRI YELNE</cp:lastModifiedBy>
  <cp:revision>2</cp:revision>
  <dcterms:created xsi:type="dcterms:W3CDTF">2006-08-16T00:00:00Z</dcterms:created>
  <dcterms:modified xsi:type="dcterms:W3CDTF">2026-02-14T15:44:31Z</dcterms:modified>
  <dc:identifier>DAHBRj6NsX0</dc:identifier>
</cp:coreProperties>
</file>